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Psicología aplicada a la ingeniería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7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— Ingeniería y Pensamiento Humano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28016" cy="128016"/>
          </a:xfrm>
          <a:prstGeom prst="ellipse">
            <a:avLst/>
          </a:prstGeom>
          <a:solidFill>
            <a:srgbClr val="D97E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8587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Leonel Ortega Tapia   ·   Divulgación tecnológica en 3 minutos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aprendí primero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Autónomos 1 y 2 — de la teoría a Calma y MemoLoop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9293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29514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Weber, Gestalt, ley de Hick y ley de Fitts — aplicadas en Calma para decidir color, agrupación y tamaño de botones.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566928" cy="566928"/>
          </a:xfrm>
          <a:prstGeom prst="ellipse">
            <a:avLst/>
          </a:prstGeom>
          <a:solidFill>
            <a:srgbClr val="D97E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4670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memoria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71246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del olvido de Ebbinghaus y teoría de la autodeterminación de Deci y Ryan — aplicadas en MemoLoop.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66928" cy="566928"/>
          </a:xfrm>
          <a:prstGeom prst="ellipse">
            <a:avLst/>
          </a:prstGeom>
          <a:solidFill>
            <a:srgbClr val="3F8A5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76402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 clave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512978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interfaz debe darse por terminada sin que alguien más, que no la diseñó, la pruebe primero.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 nuevo: Cerca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adultos mayores en Ecuador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D97E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28216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a un toque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nombres reales en vez de íconos abstractos — reconocer es más confiable que recordar.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75488" cy="47548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81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026664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para manos y ojos mayores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grande, alto contraste, botones espaciados. Sin gestos de deslizar o pellizcar.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475488" cy="475488"/>
          </a:xfrm>
          <a:prstGeom prst="ellipse">
            <a:avLst/>
          </a:prstGeom>
          <a:solidFill>
            <a:srgbClr val="3F8A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799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3251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"Pedir ayuda" siempre visible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4636008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miedo a "hacerlo mal" que identifican los estudios sobre adultos mayores y tecnología.</a:t>
            </a:r>
            <a:endParaRPr lang="en-US" sz="1200" dirty="0"/>
          </a:p>
        </p:txBody>
      </p:sp>
      <p:pic>
        <p:nvPicPr>
          <p:cNvPr id="16" name="Image 0" descr="mockup/cer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3246120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con usuarios reales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1554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68–79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29768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1554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86384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completaron llamada y recordatorio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10698480" cy="1920240"/>
          </a:xfrm>
          <a:prstGeom prst="roundRect">
            <a:avLst>
              <a:gd name="adj" fmla="val 5714"/>
            </a:avLst>
          </a:prstGeom>
          <a:solidFill>
            <a:srgbClr val="F4ECE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 que más les gustó no fue el diseño ni los botones grandes — fue ver la foto de su familia apenas abrían la aplicación.”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4572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ajuste: cambiar la etiqueta "Familia" por "Mi familia" para que quedara claro que era para administrar contactos existentes.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me deja este curso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166360" cy="219456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Pensaba una pantalla en términos de qué tan bien se veía.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166360" cy="219456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8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Pienso primero en si alguien real puede usarla sin ayuda.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B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Muchos proyectos no fallan porque el código esté mal — fallan porque nadie preguntó cómo piensa, percibe o desconfía la persona que lo va a usar.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psicología no es una materia aparte.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parte del oficio de construir software para personas reales.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128016" cy="128016"/>
          </a:xfrm>
          <a:prstGeom prst="ellipse">
            <a:avLst/>
          </a:prstGeom>
          <a:solidFill>
            <a:srgbClr val="D97E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995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2026-08-24T01:49:00Z</dcterms:created>
  <dcterms:modified xsi:type="dcterms:W3CDTF">2026-08-24T01:49:00Z</dcterms:modified>
</cp:coreProperties>
</file>